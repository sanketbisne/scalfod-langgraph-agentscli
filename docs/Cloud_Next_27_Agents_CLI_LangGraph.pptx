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11200" y="711200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 Mono"/>
                <a:cs typeface="Google Sans Mono"/>
              </a:rPr>
              <a:t>GOOGLE CLOUD NEXT '27  |  DEVELOPER SESSION  |  AGENTS CLI v1.8+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1200" y="1460500"/>
            <a:ext cx="10769600" cy="18415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4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Every agent framework.</a:t>
            </a:r>
          </a:p>
          <a:p>
            <a:pPr algn="l">
              <a:lnSpc>
                <a:spcPct val="120000"/>
              </a:lnSpc>
            </a:pPr>
            <a:r>
              <a:rPr lang="en-US" sz="4600" b="1" dirty="0">
                <a:solidFill>
                  <a:srgbClr val="8AB4F8"/>
                </a:solidFill>
                <a:latin typeface="Google Sans Display"/>
                <a:cs typeface="Google Sans Display"/>
              </a:rPr>
              <a:t>One production lifecycle.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1200" y="3492500"/>
            <a:ext cx="10414000" cy="9525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BDC1C6"/>
                </a:solidFill>
                <a:latin typeface="Google Sans Text"/>
                <a:cs typeface="Google Sans Text"/>
              </a:rPr>
              <a:t>Running LangChain, LangGraph, and custom enterprise governance policies natively on Google Cloud with the Agents CLI Extension System.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1200" y="5778500"/>
            <a:ext cx="10769600" cy="4826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27000" tIns="127000" rIns="127000" bIns="127000" anchor="t"/>
          <a:lstStyle/>
          <a:p>
            <a:pPr algn="l">
              <a:lnSpc>
                <a:spcPct val="120000"/>
              </a:lnSpc>
            </a:pPr>
            <a:r>
              <a:rPr lang="en-US" sz="1200" b="1" dirty="0">
                <a:solidFill>
                  <a:srgbClr val="81C995"/>
                </a:solidFill>
                <a:latin typeface="Google Sans Mono"/>
                <a:cs typeface="Google Sans Mono"/>
              </a:rPr>
              <a:t>Live Repo: github.com/sanketbisne/scalfod-langgraph-agentscli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BY THE NUMBERS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02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Decoupling the lifecycle from the runtime.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Out of 24 CLI commands, 18 are framework-agnostic and only 6 touch the agent runtime.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PRODUCTION LIFECYCLE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18+ Native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deploy, eval grade, eval compare, infra, scaffold, lint, and login work unchanged across ADK, LangChain, and LangGraph.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RUNTIME INTERCEPTION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6 Overridden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run, playground, eval.generate, and publish hot-swap via a single agents-cli-extension.yaml manifest.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DD663"/>
                </a:solidFill>
                <a:latin typeface="Google Sans Mono"/>
                <a:cs typeface="Google Sans Mono"/>
              </a:rPr>
              <a:t>PURE LANGGRAPH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0% ADK Lock-In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Zero google-adk dependency required in pyproject.toml. Pure LangChain and LangGraph code in production.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THE FRAMEWORK LOCK-IN PROBLEM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03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Ending the tradeoff between velocity and choice.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Teams want Google Cloud deployment, Vertex AI evaluation, and A2A serving without rewriting LangGraph agents.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C5221F"/>
                </a:solidFill>
                <a:latin typeface="Google Sans Mono"/>
                <a:cs typeface="Google Sans Mono"/>
              </a:rPr>
              <a:t>LEGACY PATH 1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Forking the CLI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Maintain a divergent internal copy and manually rebase on every upstream release.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Result: Permanent maintenance tax.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B06000"/>
                </a:solidFill>
                <a:latin typeface="Google Sans Mono"/>
                <a:cs typeface="Google Sans Mono"/>
              </a:rPr>
              <a:t>LEGACY PATH 2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Custom Wrapper Scripts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Build parallel shell scripts around the CLI. Developers and coding agents call native CLI directly.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Result: Bypassed governance gates.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A73E8"/>
                </a:solidFill>
                <a:latin typeface="Google Sans Mono"/>
                <a:cs typeface="Google Sans Mono"/>
              </a:rPr>
              <a:t>CLOUD NEXT '27 STANDARD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Agents CLI Extensions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>Declarative agents-cli-extension.yaml overrides commands in-place, pinned by exact Git commit SHA.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>Result: Zero fork + 100% enforcement.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37333"/>
                </a:solidFill>
                <a:latin typeface="Google Sans"/>
                <a:cs typeface="Google Sans"/>
              </a:rPr>
              <a:t>COMMAND SURFACE ARCHITECTURE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04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Inside the Agents CLI Command Surface (6 vs. 18 Split)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A single agents-cli-extension.yaml swaps only the 6 runtime commands and keeps the 18 production commands intact.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F8FAFF"/>
          </a:solidFill>
          <a:ln w="12700">
            <a:solidFill>
              <a:srgbClr val="4285F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967D2"/>
                </a:solidFill>
                <a:latin typeface="Google Sans Mono"/>
                <a:cs typeface="Google Sans Mono"/>
              </a:rPr>
              <a:t>[↑ LANGCHAIN] OVERRIDES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6 Framework-Coupled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run -&gt; uv run python scripts/run.py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playground -&gt; uv run langgraph dev --port 8080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eval.generate -&gt; uv run python scripts/eval_generate.py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publish.gemini-enterprise -&gt; scripts/publish.py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eval.dataset / eval.optimize -&gt; Clean refusal wrapper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F6FEF8"/>
          </a:solidFill>
          <a:ln w="12700">
            <a:solidFill>
              <a:srgbClr val="34A85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37333"/>
                </a:solidFill>
                <a:latin typeface="Google Sans Mono"/>
                <a:cs typeface="Google Sans Mono"/>
              </a:rPr>
              <a:t>NATIVE BUILT-IN COMMANDS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18+ Framework-Agnostic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deploy (Cloud Run / GKE via FastAPI A2A)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 grade / eval compare / eval analyze (Vertex AI)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infra (Terraform modules)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scaffold create / enhance / upgrade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extension add / list / update / remove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install / info / lint / login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LIVE DEMO | ACT 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05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Scaffold a pure LangGraph project in one command.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Scaffolding and extension installation happen together with zero google-adk dependency.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109728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TERMINAL  |  SCAFFOLD &amp; VERIFY ZERO ADK LOCK-IN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1. Scaffold directly from the first-party LangChain extension template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create scalfod-langgraph-agentscli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--agent google/agents-cli/extensions/langchain/template@v1.8.0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-d cloud_run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cd scalfod-langgraph-agentscli &amp;&amp; agents-cli install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Agents CLI v1.8.0 | Fetching remote template: google/agents-cli/extensions/langchain/template@v1.8.0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&gt; Connected to project: your-project | Your agent project is ready.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2. Verify zero google-adk dependency in pyproject.toml and app/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grep -r "google.adk\|google-adk" pyproject.toml app/ ; echo "exit: $?"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exit: 1   # Verified: Zero google-adk dependency!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B06000"/>
                </a:solidFill>
                <a:latin typeface="Google Sans"/>
                <a:cs typeface="Google Sans"/>
              </a:rPr>
              <a:t>CODEBASE ARCHITECTURE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06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Project Structure &amp; LangGraph CompiledStateGraph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In LangChain 1.0+, create_agent compiles directly into a LangGraph CompiledStateGraph.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PROJECT STRUCTURE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scalfod-langgraph-agentscli/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agents-cli-extension.yaml  # Project overrides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agents-cli-manifest.yaml   # Target: cloud_run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langgraph.json             # LangGraph Studio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pyproject.toml             # Zero google-adk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Dockerfile                 # FastAPI A2A :8080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app/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agent.py               #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tools.py               # DeepCite tools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fast_api_app.py        # FastAPI A2A server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└── app_utils/a2a.py       # /.well-known/agent.json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└── extensions/sbom-deploy/    # Custom SBOM gate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app/agent.py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langchain.agents import create_agent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langchain_google_genai import ChatGoogleGenerativeAI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langgraph.graph.state import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llm = ChatGoogleGenerativeAI(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model="gemini-2.5-flash", temperature=0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root_agent: CompiledStateGraph = create_agent(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model=llm,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tools=[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create_research_plan,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search_curated_kb,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search_arxiv_papers,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critique_research_draft,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],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system_prompt=SYSTEM_PROMPT,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REFERENCE WORKLOAD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07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DeepCite Architecture (Plan -&gt; Search -&gt; Critique -&gt; Report)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Iterative self-reflection loop that enforces multi-source retrieval and citation verification.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4285F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A73E8"/>
                </a:solidFill>
                <a:latin typeface="Google Sans Mono"/>
                <a:cs typeface="Google Sans Mono"/>
              </a:rPr>
              <a:t>01 | PLAN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create_research_plan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Decomposes complex prompts into 3 targeted sub-questions and recommends search queries.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03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FBBC0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B06000"/>
                </a:solidFill>
                <a:latin typeface="Google Sans Mono"/>
                <a:cs typeface="Google Sans Mono"/>
              </a:rPr>
              <a:t>02 | SEARCH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search_curated_kb / arxiv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Retrieves grounded evidence with explicit IDs ([KB-...], [ARXIV-...], [WIKI-...]) and offline fallbacks.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97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EA4335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C5221F"/>
                </a:solidFill>
                <a:latin typeface="Google Sans Mono"/>
                <a:cs typeface="Google Sans Mono"/>
              </a:rPr>
              <a:t>03 | CRITIQUE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critique_research_draft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Audits draft claims for &gt;= 2 distinct citations and depth; triggers revision if incomplete.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91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34A85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37333"/>
                </a:solidFill>
                <a:latin typeface="Google Sans Mono"/>
                <a:cs typeface="Google Sans Mono"/>
              </a:rPr>
              <a:t>04 | REPORT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Cited Markdown Output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Synthesizes final Markdown brief with inline [SOURCE_ID] tags and a verified ## References section.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LIVE DEMO | ACT 2 &amp; ACT 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08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 &amp; Vertex AI Evaluations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Boot LangGraph Studio via agents-cli playground and grade traces with Vertex AI Eval Service.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1. RUN &amp; INSPECT IN LANGGRAPH STUDIO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--help | grep -E "playground|run 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playground  Start LangGraph server. [↑ langchain]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run         Run compiled graph.     [↑ langchain]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info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run "How do extensions work?"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WARNING:root:agents-cli: applying 6 extension command(s)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playground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&gt; Boots LangGraph Studio on http://localhost:8080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2. OVERRIDDEN GENERATE + NATIVE GRADE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Overridden: Drives LangGraph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generate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--dataset tests/eval/datasets/basic-dataset.json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-o tests/eval/output/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Native: Scores traces via Vertex AI Eval Service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grade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--traces tests/eval/output/basic-dataset.json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--config tests/eval/eval_config.yaml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Clean refusal on ADK-only simulator: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dataset synthesize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28B82"/>
                </a:solidFill>
                <a:latin typeface="Google Sans"/>
                <a:cs typeface="Google Sans"/>
              </a:rPr>
              <a:t>LIVE DEMO | ACT 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09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Authoring Custom Enterprise Extensions (sbom-deploy)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AGENTS_CLI_DISABLE_OVERRIDES=1 lets wrapper scripts run Syft + Grype checks and call native deploy without recursion.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extensions/sbom-deploy/agents-cli-extension.yaml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schema: agents-cli-extension/v1alpha1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name: sbom-deploy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description: Scan project SBOM, then run native deploy.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requires: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agents_cli: "&gt;=1.5,&lt;2"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on_incompatible: warn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commands: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override: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deploy: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run: ["bash", "scripts/sbom_then_deploy.sh"]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add: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sbom-report: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run: ["bash", "scripts/sbom_report.sh"]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extensions/sbom-deploy/scripts/sbom_then_deploy.sh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#!/usr/bin/env bash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set -euo pipefail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Generating CycloneDX SBOM..."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syft dir:. -o cyclonedx-json &gt; /tmp/sbom.cdx.json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Scanning for critical CVEs..."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grype sbom:/tmp/sbom.cdx.json --fail-on critical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Loader sets AGENTS_CLI_DISABLE_OVERRIDES=1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Delegates to built-in deploy with zero recursion!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exec agents-cli deploy "$@"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SUMMARY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10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The Open Agent Development Lifecycle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Clone &amp; Run Live: github.com/sanketbisne/scalfod-langgraph-agentscli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01 | OPEN FRAMEWORKS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LangChain &amp; LangGraph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First-party template with zero google-adk dependency and unified CompiledStateGraph.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02 | VISUAL DEBUGGING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agents-cli playground launches LangGraph server on port 8080.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DD663"/>
                </a:solidFill>
                <a:latin typeface="Google Sans Mono"/>
                <a:cs typeface="Google Sans Mono"/>
              </a:rPr>
              <a:t>03 | QUALITY FLYWHEEL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Vertex AI Evaluations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Overridden eval generate pairs with native Vertex AI eval grade.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96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28B82"/>
                </a:solidFill>
                <a:latin typeface="Google Sans Mono"/>
                <a:cs typeface="Google Sans Mono"/>
              </a:rPr>
              <a:t>04 | POLICY AS CODE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SBOM Pre-Deploy Gates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Syft + Grype checks with AGENTS_CLI_DISABLE_OVERRIDES=1.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3434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05 | SUPPLY CHAIN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SHA Lockfile Pinning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Bit-for-bit reproducible CI via agents-cli-extensions.yaml.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772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06 | PRODUCTION SERVING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Cloud Run + A2A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Standard FastAPI + A2A container contract on port 8080.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GoogleCloudNext27">
  <a:themeElements>
    <a:clrScheme name="GoogleCloud">
      <a:dk1>
        <a:srgbClr val="202124"/>
      </a:dk1>
      <a:lt1>
        <a:srgbClr val="FFFFFF"/>
      </a:lt1>
      <a:dk2>
        <a:srgbClr val="0E1015"/>
      </a:dk2>
      <a:lt2>
        <a:srgbClr val="F8F9FA"/>
      </a:lt2>
      <a:accent1>
        <a:srgbClr val="4285F4"/>
      </a:accent1>
      <a:accent2>
        <a:srgbClr val="EA4335"/>
      </a:accent2>
      <a:accent3>
        <a:srgbClr val="FBBC04"/>
      </a:accent3>
      <a:accent4>
        <a:srgbClr val="34A853"/>
      </a:accent4>
      <a:accent5>
        <a:srgbClr val="8AB4F8"/>
      </a:accent5>
      <a:accent6>
        <a:srgbClr val="81C995"/>
      </a:accent6>
      <a:hlink>
        <a:srgbClr val="4285F4"/>
      </a:hlink>
      <a:folHlink>
        <a:srgbClr val="9B72CB"/>
      </a:folHlink>
    </a:clrScheme>
    <a:fontScheme name="GoogleSansScheme">
      <a:majorFont>
        <a:latin typeface="Google Sans Display"/>
        <a:ea typeface=""/>
        <a:cs typeface=""/>
      </a:majorFont>
      <a:minorFont>
        <a:latin typeface="Google Sans Text"/>
        <a:ea typeface=""/>
        <a:cs typeface=""/>
      </a:minorFont>
    </a:fontScheme>
    <a:fmtScheme name="Google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